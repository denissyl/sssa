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8" r:id="rId4"/>
    <p:sldId id="269" r:id="rId5"/>
    <p:sldId id="270" r:id="rId6"/>
    <p:sldId id="273" r:id="rId7"/>
    <p:sldId id="272" r:id="rId8"/>
    <p:sldId id="271" r:id="rId9"/>
    <p:sldId id="274" r:id="rId10"/>
    <p:sldId id="276" r:id="rId11"/>
    <p:sldId id="275" r:id="rId12"/>
    <p:sldId id="27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EF518-C475-4EAD-9577-3AD8EC219ECF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27774-DAEB-419B-A763-B518A776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729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27774-DAEB-419B-A763-B518A776761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849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60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005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89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65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645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17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7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25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75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05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365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504FF-230E-4C5A-BC92-C37D9108901A}" type="datetimeFigureOut">
              <a:rPr lang="ru-RU" smtClean="0"/>
              <a:t>28.01.2022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856C8-AC99-42DF-A06F-0865DE54CD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58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QsOVeU0psstfmTjN0C-z6qc_jJyPgocm/edit?usp=sharing&amp;ouid=107569006133317447306&amp;rtpof=true&amp;sd=tru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document/d/1cQWaJd4CPTXRq3erBaFH6Nk0lqW1Pylf/edit?usp=sharing&amp;ouid=107569006133317447306&amp;rtpof=true&amp;sd=tru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019869"/>
            <a:ext cx="5363570" cy="1409131"/>
          </a:xfrm>
        </p:spPr>
        <p:txBody>
          <a:bodyPr anchor="ctr"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  <a:latin typeface="Montserrat Black" panose="00000A00000000000000" pitchFamily="2" charset="-52"/>
                <a:cs typeface="Arial" panose="020B0604020202020204" pitchFamily="34" charset="0"/>
              </a:rPr>
              <a:t>Корпоративный магазин мерча</a:t>
            </a:r>
            <a:endParaRPr lang="ru-RU" sz="3600" dirty="0">
              <a:solidFill>
                <a:srgbClr val="FF0000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9875"/>
            <a:ext cx="2809875" cy="84772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1671" t="4794" r="1814" b="8430"/>
          <a:stretch/>
        </p:blipFill>
        <p:spPr>
          <a:xfrm>
            <a:off x="7642822" y="3092924"/>
            <a:ext cx="3548342" cy="67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5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0878" y="545909"/>
            <a:ext cx="10112991" cy="668741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>
                <a:latin typeface="Montserrat Black" panose="00000A00000000000000" pitchFamily="2" charset="-52"/>
              </a:rPr>
              <a:t>Цели и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50878" y="1318099"/>
            <a:ext cx="10112991" cy="4858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>
                <a:latin typeface="Montserrat" panose="00000800000000000000" pitchFamily="2" charset="-52"/>
              </a:rPr>
              <a:t>Цель</a:t>
            </a:r>
          </a:p>
          <a:p>
            <a:pPr marL="0" indent="0">
              <a:buNone/>
            </a:pPr>
            <a:r>
              <a:rPr lang="ru-RU" sz="1600" dirty="0">
                <a:latin typeface="Montserrat" panose="00000800000000000000" pitchFamily="2" charset="-52"/>
              </a:rPr>
              <a:t>Реализовать магазин-мерча компании Parma Technologies Group</a:t>
            </a:r>
          </a:p>
          <a:p>
            <a:pPr marL="0" indent="0">
              <a:buNone/>
            </a:pPr>
            <a:r>
              <a:rPr lang="ru-RU" sz="1600" b="1" dirty="0">
                <a:latin typeface="Montserrat" panose="00000800000000000000" pitchFamily="2" charset="-52"/>
              </a:rPr>
              <a:t>Задачи</a:t>
            </a:r>
          </a:p>
          <a:p>
            <a:r>
              <a:rPr lang="ru-RU" sz="1600" dirty="0">
                <a:latin typeface="Montserrat" panose="00000800000000000000" pitchFamily="2" charset="-52"/>
              </a:rPr>
              <a:t>Аналитикам составить документы: бизнес-логика, руководство администратора, руководство пользователя</a:t>
            </a:r>
          </a:p>
          <a:p>
            <a:r>
              <a:rPr lang="ru-RU" sz="1600" dirty="0">
                <a:latin typeface="Montserrat" panose="00000800000000000000" pitchFamily="2" charset="-52"/>
              </a:rPr>
              <a:t>Дизайнеру создать макеты: каталога, авторизации, страница администратора с выгрузкой отчёта, личного кабинета пользователя</a:t>
            </a:r>
          </a:p>
          <a:p>
            <a:r>
              <a:rPr lang="ru-RU" sz="1600" dirty="0">
                <a:latin typeface="Montserrat" panose="00000800000000000000" pitchFamily="2" charset="-52"/>
              </a:rPr>
              <a:t>Разработчику создать сайт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87927" y="6303818"/>
            <a:ext cx="166255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sz="1400" dirty="0"/>
              <a:t>2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33" y="633558"/>
            <a:ext cx="952974" cy="41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3202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00548" y="0"/>
            <a:ext cx="609145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87927" y="6303818"/>
            <a:ext cx="166255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3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33" y="633558"/>
            <a:ext cx="952974" cy="416108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1050878" y="545909"/>
            <a:ext cx="10112991" cy="6687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latin typeface="Montserrat Black" panose="00000A00000000000000" pitchFamily="2" charset="-52"/>
              </a:rPr>
              <a:t>Минимальные функциональные возможности</a:t>
            </a:r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1050878" y="1318099"/>
            <a:ext cx="10112991" cy="4858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600" dirty="0">
              <a:latin typeface="Montserrat" panose="00000800000000000000" pitchFamily="2" charset="-52"/>
            </a:endParaRPr>
          </a:p>
        </p:txBody>
      </p:sp>
      <p:sp>
        <p:nvSpPr>
          <p:cNvPr id="7" name="Объект 2"/>
          <p:cNvSpPr>
            <a:spLocks noGrp="1"/>
          </p:cNvSpPr>
          <p:nvPr>
            <p:ph idx="1"/>
          </p:nvPr>
        </p:nvSpPr>
        <p:spPr>
          <a:xfrm>
            <a:off x="1050879" y="1318099"/>
            <a:ext cx="5049670" cy="4858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>
                <a:latin typeface="Montserrat" panose="00000800000000000000" pitchFamily="2" charset="-52"/>
              </a:rPr>
              <a:t>Администратора</a:t>
            </a:r>
          </a:p>
          <a:p>
            <a:pPr marL="0" indent="0">
              <a:buNone/>
            </a:pPr>
            <a:r>
              <a:rPr lang="ru-RU" sz="1600" dirty="0">
                <a:latin typeface="Montserrat" panose="00000800000000000000" pitchFamily="2" charset="-52"/>
              </a:rPr>
              <a:t>Редактирование страниц сайта</a:t>
            </a:r>
          </a:p>
          <a:p>
            <a:r>
              <a:rPr lang="ru-RU" sz="1600" dirty="0">
                <a:latin typeface="Montserrat" panose="00000800000000000000" pitchFamily="2" charset="-52"/>
              </a:rPr>
              <a:t>Размещение товаров в каталоге</a:t>
            </a:r>
          </a:p>
          <a:p>
            <a:r>
              <a:rPr lang="ru-RU" sz="1600" dirty="0">
                <a:latin typeface="Montserrat" panose="00000800000000000000" pitchFamily="2" charset="-52"/>
              </a:rPr>
              <a:t>Редактирование и размещение информации на сайте</a:t>
            </a:r>
          </a:p>
          <a:p>
            <a:r>
              <a:rPr lang="ru-RU" sz="1600" dirty="0">
                <a:latin typeface="Montserrat" panose="00000800000000000000" pitchFamily="2" charset="-52"/>
              </a:rPr>
              <a:t>Размещать информацию о новых товарах </a:t>
            </a:r>
          </a:p>
          <a:p>
            <a:pPr marL="0" indent="0">
              <a:buNone/>
            </a:pPr>
            <a:r>
              <a:rPr lang="ru-RU" sz="1600" dirty="0">
                <a:latin typeface="Montserrat" panose="00000800000000000000" pitchFamily="2" charset="-52"/>
              </a:rPr>
              <a:t>Управление</a:t>
            </a:r>
          </a:p>
          <a:p>
            <a:r>
              <a:rPr lang="ru-RU" sz="1600" dirty="0">
                <a:latin typeface="Montserrat" panose="00000800000000000000" pitchFamily="2" charset="-52"/>
              </a:rPr>
              <a:t>Управлять статусами заказов </a:t>
            </a:r>
          </a:p>
          <a:p>
            <a:r>
              <a:rPr lang="ru-RU" sz="1600" dirty="0">
                <a:latin typeface="Montserrat" panose="00000800000000000000" pitchFamily="2" charset="-52"/>
              </a:rPr>
              <a:t>Управлять доступом для сотрудников </a:t>
            </a:r>
          </a:p>
          <a:p>
            <a:r>
              <a:rPr lang="ru-RU" sz="1600" dirty="0">
                <a:latin typeface="Montserrat" panose="00000800000000000000" pitchFamily="2" charset="-52"/>
              </a:rPr>
              <a:t>Получать заказы и оплату</a:t>
            </a:r>
          </a:p>
        </p:txBody>
      </p:sp>
      <p:sp>
        <p:nvSpPr>
          <p:cNvPr id="11" name="Объект 3"/>
          <p:cNvSpPr txBox="1">
            <a:spLocks/>
          </p:cNvSpPr>
          <p:nvPr/>
        </p:nvSpPr>
        <p:spPr>
          <a:xfrm>
            <a:off x="6107373" y="1318099"/>
            <a:ext cx="5056496" cy="48588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latin typeface="Montserrat" panose="00000800000000000000" pitchFamily="2" charset="-52"/>
              </a:rPr>
              <a:t>Пользователя</a:t>
            </a:r>
          </a:p>
          <a:p>
            <a:pPr fontAlgn="base"/>
            <a:r>
              <a:rPr lang="ru-RU" sz="1600" dirty="0">
                <a:latin typeface="Montserrat" panose="00000800000000000000" pitchFamily="2" charset="-52"/>
              </a:rPr>
              <a:t>Выбор, сортировка (по стоимости, категории) мерча в каталоге;</a:t>
            </a:r>
          </a:p>
          <a:p>
            <a:pPr fontAlgn="base"/>
            <a:r>
              <a:rPr lang="ru-RU" sz="1600" dirty="0">
                <a:latin typeface="Montserrat" panose="00000800000000000000" pitchFamily="2" charset="-52"/>
              </a:rPr>
              <a:t>Просмотр карточки товара (описание, стоимость);</a:t>
            </a:r>
          </a:p>
          <a:p>
            <a:pPr fontAlgn="base"/>
            <a:r>
              <a:rPr lang="ru-RU" sz="1600" dirty="0">
                <a:latin typeface="Montserrat" panose="00000800000000000000" pitchFamily="2" charset="-52"/>
              </a:rPr>
              <a:t>Добавление понравившихся товаров в корзину;</a:t>
            </a:r>
          </a:p>
          <a:p>
            <a:pPr fontAlgn="base"/>
            <a:r>
              <a:rPr lang="ru-RU" sz="1600" dirty="0">
                <a:latin typeface="Montserrat" panose="00000800000000000000" pitchFamily="2" charset="-52"/>
              </a:rPr>
              <a:t>В корзине оформление и оплата мерча корпоративной валютой. При оформлении уточнить в какой город направить. Если Пермь и Москва, то мерч придет в офис компании, в другие города будет осуществляться доставка почтой на адрес получателя;</a:t>
            </a:r>
          </a:p>
          <a:p>
            <a:pPr fontAlgn="base"/>
            <a:r>
              <a:rPr lang="ru-RU" sz="1600" dirty="0">
                <a:latin typeface="Montserrat" panose="00000800000000000000" pitchFamily="2" charset="-52"/>
              </a:rPr>
              <a:t>Видеть список заказов и их статус (в пути/можно забрать и тд);</a:t>
            </a:r>
          </a:p>
          <a:p>
            <a:pPr fontAlgn="base"/>
            <a:r>
              <a:rPr lang="ru-RU" sz="1600" dirty="0">
                <a:latin typeface="Montserrat" panose="00000800000000000000" pitchFamily="2" charset="-52"/>
              </a:rPr>
              <a:t>Узнавать про поступление нового вида мерча.</a:t>
            </a:r>
          </a:p>
        </p:txBody>
      </p:sp>
    </p:spTree>
    <p:extLst>
      <p:ext uri="{BB962C8B-B14F-4D97-AF65-F5344CB8AC3E}">
        <p14:creationId xmlns:p14="http://schemas.microsoft.com/office/powerpoint/2010/main" val="3234716226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87927" y="6303818"/>
            <a:ext cx="166255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4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33" y="633558"/>
            <a:ext cx="952974" cy="416108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050878" y="545909"/>
            <a:ext cx="10112991" cy="6687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latin typeface="Montserrat Black" panose="00000A00000000000000" pitchFamily="2" charset="-52"/>
              </a:rPr>
              <a:t>Состав команды</a:t>
            </a: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050878" y="1318099"/>
            <a:ext cx="10112991" cy="4858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latin typeface="Montserrat" panose="00000500000000000000" pitchFamily="2" charset="-52"/>
              </a:rPr>
              <a:t>Аналитики</a:t>
            </a:r>
          </a:p>
          <a:p>
            <a:r>
              <a:rPr lang="ru-RU" sz="1600" dirty="0">
                <a:latin typeface="Montserrat" panose="00000500000000000000" pitchFamily="2" charset="-52"/>
              </a:rPr>
              <a:t>Ольга Фроленкова</a:t>
            </a:r>
          </a:p>
          <a:p>
            <a:r>
              <a:rPr lang="ru-RU" sz="1600" dirty="0">
                <a:latin typeface="Montserrat" panose="00000500000000000000" pitchFamily="2" charset="-52"/>
              </a:rPr>
              <a:t>Валерия Маликова</a:t>
            </a:r>
          </a:p>
          <a:p>
            <a:pPr marL="0" indent="0">
              <a:buNone/>
            </a:pPr>
            <a:r>
              <a:rPr lang="ru-RU" sz="1600" b="1" dirty="0">
                <a:latin typeface="Montserrat" panose="00000500000000000000" pitchFamily="2" charset="-52"/>
              </a:rPr>
              <a:t>Дизайнер</a:t>
            </a:r>
          </a:p>
          <a:p>
            <a:r>
              <a:rPr lang="ru-RU" sz="1600" dirty="0">
                <a:latin typeface="Montserrat" panose="00000500000000000000" pitchFamily="2" charset="-52"/>
              </a:rPr>
              <a:t>Полина Угольникова</a:t>
            </a:r>
          </a:p>
          <a:p>
            <a:pPr marL="0" indent="0">
              <a:buNone/>
            </a:pPr>
            <a:r>
              <a:rPr lang="ru-RU" sz="1600" b="1" dirty="0">
                <a:latin typeface="Montserrat" panose="00000500000000000000" pitchFamily="2" charset="-52"/>
              </a:rPr>
              <a:t>Разработчики</a:t>
            </a:r>
          </a:p>
          <a:p>
            <a:r>
              <a:rPr lang="ru-RU" sz="1600" dirty="0">
                <a:latin typeface="Montserrat" panose="00000500000000000000" pitchFamily="2" charset="-52"/>
              </a:rPr>
              <a:t>Денис Султангулов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600" dirty="0">
              <a:latin typeface="Montserrat" panose="000008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92838846"/>
      </p:ext>
    </p:extLst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87927" y="6303818"/>
            <a:ext cx="166255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5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33" y="633558"/>
            <a:ext cx="952974" cy="416108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50878" y="545909"/>
            <a:ext cx="10112991" cy="668741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>
                <a:latin typeface="Montserrat Black" panose="00000A00000000000000" pitchFamily="2" charset="-52"/>
              </a:rPr>
              <a:t>Бизнес логика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679109" y="2664546"/>
            <a:ext cx="4289996" cy="114641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ru-RU" sz="1600" b="1" dirty="0">
                <a:latin typeface="Montserrat" panose="00000800000000000000" pitchFamily="2" charset="-52"/>
              </a:rPr>
              <a:t>Вход</a:t>
            </a:r>
            <a:br>
              <a:rPr lang="ru-RU" sz="1600" b="1" dirty="0">
                <a:latin typeface="Montserrat" panose="00000800000000000000" pitchFamily="2" charset="-52"/>
              </a:rPr>
            </a:br>
            <a:r>
              <a:rPr lang="ru-RU" sz="1600" b="1" dirty="0">
                <a:latin typeface="Montserrat" panose="00000800000000000000" pitchFamily="2" charset="-52"/>
              </a:rPr>
              <a:t>Валюта</a:t>
            </a:r>
            <a:br>
              <a:rPr lang="ru-RU" sz="1600" b="1" dirty="0">
                <a:latin typeface="Montserrat" panose="00000800000000000000" pitchFamily="2" charset="-52"/>
              </a:rPr>
            </a:br>
            <a:r>
              <a:rPr lang="ru-RU" sz="1600" b="1" dirty="0">
                <a:latin typeface="Montserrat" panose="00000800000000000000" pitchFamily="2" charset="-52"/>
              </a:rPr>
              <a:t>Корзина</a:t>
            </a:r>
            <a:br>
              <a:rPr lang="ru-RU" sz="1600" b="1" dirty="0">
                <a:latin typeface="Montserrat" panose="00000800000000000000" pitchFamily="2" charset="-52"/>
              </a:rPr>
            </a:br>
            <a:r>
              <a:rPr lang="ru-RU" sz="1600" b="1" dirty="0">
                <a:latin typeface="Montserrat" panose="00000800000000000000" pitchFamily="2" charset="-52"/>
              </a:rPr>
              <a:t>Уведомление</a:t>
            </a:r>
            <a:endParaRPr lang="ru-RU" sz="1600" b="1" dirty="0">
              <a:latin typeface="Montserrat" panose="00000500000000000000" pitchFamily="2" charset="-52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340874" y="0"/>
            <a:ext cx="685112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874" y="1318099"/>
            <a:ext cx="6851126" cy="413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00905"/>
      </p:ext>
    </p:extLst>
  </p:cSld>
  <p:clrMapOvr>
    <a:masterClrMapping/>
  </p:clrMapOvr>
  <p:transition spd="slow">
    <p:push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50878" y="0"/>
            <a:ext cx="1114112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87927" y="6303818"/>
            <a:ext cx="166255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6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5433" y="633558"/>
            <a:ext cx="952974" cy="416108"/>
          </a:xfrm>
          <a:prstGeom prst="rect">
            <a:avLst/>
          </a:prstGeom>
        </p:spPr>
      </p:pic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1050878" y="545909"/>
            <a:ext cx="10112991" cy="668741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>
                <a:latin typeface="Montserrat Black" panose="00000A00000000000000" pitchFamily="2" charset="-52"/>
              </a:rPr>
              <a:t>Макет каталога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"/>
          </p:nvPr>
        </p:nvSpPr>
        <p:spPr>
          <a:xfrm>
            <a:off x="1050878" y="1318099"/>
            <a:ext cx="10112991" cy="48588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600" dirty="0">
              <a:latin typeface="Montserrat" panose="00000800000000000000" pitchFamily="2" charset="-52"/>
            </a:endParaRPr>
          </a:p>
        </p:txBody>
      </p:sp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" r="1668"/>
          <a:stretch/>
        </p:blipFill>
        <p:spPr>
          <a:xfrm>
            <a:off x="2075313" y="1461175"/>
            <a:ext cx="3799268" cy="346759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558" y="1461175"/>
            <a:ext cx="3629455" cy="346759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60" t="15750" r="40925" b="19206"/>
          <a:stretch/>
        </p:blipFill>
        <p:spPr>
          <a:xfrm>
            <a:off x="5395408" y="5363570"/>
            <a:ext cx="1455313" cy="80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96385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87927" y="6303818"/>
            <a:ext cx="166255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7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33" y="633558"/>
            <a:ext cx="952974" cy="416108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50878" y="545909"/>
            <a:ext cx="10112991" cy="668741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>
                <a:latin typeface="Montserrat Black" panose="00000A00000000000000" pitchFamily="2" charset="-52"/>
              </a:rPr>
              <a:t>Дизайн-макет авторизации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050878" y="1318099"/>
            <a:ext cx="10112991" cy="48588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600" dirty="0">
              <a:latin typeface="Montserrat" panose="00000800000000000000" pitchFamily="2" charset="-52"/>
            </a:endParaRPr>
          </a:p>
        </p:txBody>
      </p:sp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8" t="26381" r="64983" b="16562"/>
          <a:stretch/>
        </p:blipFill>
        <p:spPr>
          <a:xfrm>
            <a:off x="2048250" y="1306230"/>
            <a:ext cx="3479097" cy="4870733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90" t="26268" r="21431" b="9511"/>
          <a:stretch/>
        </p:blipFill>
        <p:spPr>
          <a:xfrm>
            <a:off x="6960362" y="1306230"/>
            <a:ext cx="3111688" cy="490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73360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050878" y="0"/>
            <a:ext cx="1114112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87927" y="6303818"/>
            <a:ext cx="166255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8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33" y="633558"/>
            <a:ext cx="952974" cy="416108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50878" y="545909"/>
            <a:ext cx="10112991" cy="668741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dirty="0">
                <a:latin typeface="Montserrat Black" panose="00000A00000000000000" pitchFamily="2" charset="-52"/>
              </a:rPr>
              <a:t>Дизайн-макет страницы администратора с выгрузкой отчётов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050878" y="1318099"/>
            <a:ext cx="10112991" cy="48588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600" dirty="0">
              <a:latin typeface="Montserrat" panose="00000800000000000000" pitchFamily="2" charset="-52"/>
            </a:endParaRPr>
          </a:p>
        </p:txBody>
      </p:sp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32" b="9358"/>
          <a:stretch/>
        </p:blipFill>
        <p:spPr>
          <a:xfrm>
            <a:off x="2535604" y="1428895"/>
            <a:ext cx="7143538" cy="474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84262"/>
      </p:ext>
    </p:extLst>
  </p:cSld>
  <p:clrMapOvr>
    <a:masterClrMapping/>
  </p:clrMapOvr>
  <p:transition spd="slow">
    <p:push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050878" y="0"/>
            <a:ext cx="1114112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87927" y="6303818"/>
            <a:ext cx="166255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9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33" y="633558"/>
            <a:ext cx="952974" cy="416108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50878" y="545909"/>
            <a:ext cx="10112991" cy="668741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dirty="0">
                <a:latin typeface="Montserrat Black" panose="00000A00000000000000" pitchFamily="2" charset="-52"/>
              </a:rPr>
              <a:t>Дизайн-макет личного кабинета пользователя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050878" y="1318099"/>
            <a:ext cx="10112991" cy="48588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600" dirty="0">
              <a:latin typeface="Montserrat" panose="00000800000000000000" pitchFamily="2" charset="-52"/>
            </a:endParaRPr>
          </a:p>
        </p:txBody>
      </p:sp>
      <p:pic>
        <p:nvPicPr>
          <p:cNvPr id="11" name="Объект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" t="5355"/>
          <a:stretch/>
        </p:blipFill>
        <p:spPr>
          <a:xfrm>
            <a:off x="1266082" y="1318099"/>
            <a:ext cx="5653333" cy="389534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1" t="6794" r="26370" b="9005"/>
          <a:stretch/>
        </p:blipFill>
        <p:spPr>
          <a:xfrm>
            <a:off x="7200906" y="4016704"/>
            <a:ext cx="4244454" cy="216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93172"/>
      </p:ext>
    </p:extLst>
  </p:cSld>
  <p:clrMapOvr>
    <a:masterClrMapping/>
  </p:clrMapOvr>
  <p:transition spd="slow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87927" y="6303818"/>
            <a:ext cx="166255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1</a:t>
            </a:r>
            <a:r>
              <a:rPr lang="ru-RU" sz="1400" dirty="0"/>
              <a:t>0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33" y="633558"/>
            <a:ext cx="952974" cy="416108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50878" y="545909"/>
            <a:ext cx="10112991" cy="668741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dirty="0">
                <a:latin typeface="Montserrat Black" panose="00000A00000000000000" pitchFamily="2" charset="-52"/>
              </a:rPr>
              <a:t>Разработанная документация к проекту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050878" y="1318099"/>
            <a:ext cx="10112991" cy="4858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latin typeface="Montserrat" panose="00000800000000000000" pitchFamily="2" charset="-52"/>
                <a:hlinkClick r:id="rId3"/>
              </a:rPr>
              <a:t>руководство администратора</a:t>
            </a:r>
            <a:endParaRPr lang="ru-RU" sz="1600" dirty="0">
              <a:latin typeface="Montserrat" panose="00000800000000000000" pitchFamily="2" charset="-52"/>
            </a:endParaRPr>
          </a:p>
          <a:p>
            <a:pPr marL="0" indent="0">
              <a:buNone/>
            </a:pPr>
            <a:r>
              <a:rPr lang="ru-RU" sz="1600" dirty="0">
                <a:latin typeface="Montserrat" panose="00000800000000000000" pitchFamily="2" charset="-52"/>
                <a:hlinkClick r:id="rId4"/>
              </a:rPr>
              <a:t>руководство пользователя</a:t>
            </a:r>
            <a:endParaRPr lang="ru-RU" sz="1600" dirty="0">
              <a:latin typeface="Montserrat" panose="000008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48974378"/>
      </p:ext>
    </p:extLst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87927" y="6303818"/>
            <a:ext cx="166255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sz="1400" dirty="0"/>
              <a:t>11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33" y="633558"/>
            <a:ext cx="952974" cy="416108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50878" y="545909"/>
            <a:ext cx="10112991" cy="668741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dirty="0">
                <a:latin typeface="Montserrat Black" panose="00000A00000000000000" pitchFamily="2" charset="-52"/>
              </a:rPr>
              <a:t>Итог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050878" y="1318099"/>
            <a:ext cx="10112991" cy="4858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>
                <a:latin typeface="Montserrat" panose="00000800000000000000" pitchFamily="2" charset="-52"/>
              </a:rPr>
              <a:t>Аналитики</a:t>
            </a:r>
          </a:p>
          <a:p>
            <a:pPr marL="0" indent="0">
              <a:buNone/>
            </a:pPr>
            <a:r>
              <a:rPr lang="ru-RU" sz="1600" dirty="0">
                <a:latin typeface="Montserrat" panose="00000800000000000000" pitchFamily="2" charset="-52"/>
              </a:rPr>
              <a:t>Сделаны документы: бизнес-логика, руководство администратора, руководство пользователя</a:t>
            </a:r>
          </a:p>
          <a:p>
            <a:pPr marL="0" indent="0">
              <a:buNone/>
            </a:pPr>
            <a:r>
              <a:rPr lang="ru-RU" sz="1600" b="1" dirty="0">
                <a:latin typeface="Montserrat" panose="00000800000000000000" pitchFamily="2" charset="-52"/>
              </a:rPr>
              <a:t>Дизайнер</a:t>
            </a:r>
          </a:p>
          <a:p>
            <a:pPr marL="0" indent="0">
              <a:buNone/>
            </a:pPr>
            <a:r>
              <a:rPr lang="ru-RU" sz="1600" dirty="0">
                <a:latin typeface="Montserrat" panose="00000800000000000000" pitchFamily="2" charset="-52"/>
              </a:rPr>
              <a:t>Сделан макет: каталога, авторизации, страница администратора с выгрузкой отчёта, личного кабинета пользователя</a:t>
            </a:r>
          </a:p>
          <a:p>
            <a:pPr marL="0" indent="0">
              <a:buNone/>
            </a:pPr>
            <a:r>
              <a:rPr lang="ru-RU" sz="1600" b="1" dirty="0">
                <a:latin typeface="Montserrat" panose="00000800000000000000" pitchFamily="2" charset="-52"/>
              </a:rPr>
              <a:t>Разработчик</a:t>
            </a:r>
          </a:p>
          <a:p>
            <a:pPr marL="0" indent="0">
              <a:buNone/>
            </a:pPr>
            <a:r>
              <a:rPr lang="ru-RU" sz="1600" dirty="0">
                <a:latin typeface="Montserrat" panose="00000800000000000000" pitchFamily="2" charset="-52"/>
              </a:rPr>
              <a:t>Сделан сайт</a:t>
            </a:r>
          </a:p>
        </p:txBody>
      </p:sp>
    </p:spTree>
    <p:extLst>
      <p:ext uri="{BB962C8B-B14F-4D97-AF65-F5344CB8AC3E}">
        <p14:creationId xmlns:p14="http://schemas.microsoft.com/office/powerpoint/2010/main" val="1614686485"/>
      </p:ext>
    </p:extLst>
  </p:cSld>
  <p:clrMapOvr>
    <a:masterClrMapping/>
  </p:clrMapOvr>
  <p:transition spd="slow">
    <p:push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8963"/>
            <a:ext cx="2497540" cy="1452896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3944203" y="2688963"/>
            <a:ext cx="4339988" cy="1409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Montserrat Black" panose="00000A00000000000000" pitchFamily="2" charset="-52"/>
                <a:cs typeface="Arial" panose="020B0604020202020204" pitchFamily="34" charset="0"/>
              </a:rPr>
              <a:t>Спасибо за внимание</a:t>
            </a:r>
            <a:endParaRPr lang="ru-RU" sz="3600" dirty="0">
              <a:latin typeface="Montserrat Black" panose="00000A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157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</TotalTime>
  <Words>260</Words>
  <Application>Microsoft Office PowerPoint</Application>
  <PresentationFormat>Широкоэкранный</PresentationFormat>
  <Paragraphs>61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Montserrat</vt:lpstr>
      <vt:lpstr>Montserrat Black</vt:lpstr>
      <vt:lpstr>Тема Office</vt:lpstr>
      <vt:lpstr>Корпоративный магазин мерча</vt:lpstr>
      <vt:lpstr>Цели и задачи</vt:lpstr>
      <vt:lpstr>Презентация PowerPoint</vt:lpstr>
      <vt:lpstr>Презентация PowerPoint</vt:lpstr>
      <vt:lpstr>Бизнес логика</vt:lpstr>
      <vt:lpstr>Макет каталога</vt:lpstr>
      <vt:lpstr>Дизайн-макет авторизации</vt:lpstr>
      <vt:lpstr>Дизайн-макет страницы администратора с выгрузкой отчётов</vt:lpstr>
      <vt:lpstr>Дизайн-макет личного кабинета пользователя</vt:lpstr>
      <vt:lpstr>Разработанная документация к проекту</vt:lpstr>
      <vt:lpstr>Итог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Денис Султангулов</cp:lastModifiedBy>
  <cp:revision>18</cp:revision>
  <dcterms:created xsi:type="dcterms:W3CDTF">2022-01-27T11:20:19Z</dcterms:created>
  <dcterms:modified xsi:type="dcterms:W3CDTF">2022-01-28T07:54:21Z</dcterms:modified>
</cp:coreProperties>
</file>